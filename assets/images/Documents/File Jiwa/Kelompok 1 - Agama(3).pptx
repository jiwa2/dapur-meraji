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Fredoka" charset="1" panose="0200000000000000000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png" Type="http://schemas.openxmlformats.org/officeDocument/2006/relationships/image"/><Relationship Id="rId11" Target="../media/image19.svg" Type="http://schemas.openxmlformats.org/officeDocument/2006/relationships/image"/><Relationship Id="rId2" Target="../media/image1.pn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Relationship Id="rId7" Target="../media/image15.png" Type="http://schemas.openxmlformats.org/officeDocument/2006/relationships/image"/><Relationship Id="rId8" Target="../media/image16.png" Type="http://schemas.openxmlformats.org/officeDocument/2006/relationships/image"/><Relationship Id="rId9" Target="../media/image17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png" Type="http://schemas.openxmlformats.org/officeDocument/2006/relationships/image"/><Relationship Id="rId11" Target="../media/image19.svg" Type="http://schemas.openxmlformats.org/officeDocument/2006/relationships/image"/><Relationship Id="rId2" Target="../media/image1.pn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Relationship Id="rId7" Target="../media/image15.png" Type="http://schemas.openxmlformats.org/officeDocument/2006/relationships/image"/><Relationship Id="rId8" Target="../media/image16.png" Type="http://schemas.openxmlformats.org/officeDocument/2006/relationships/image"/><Relationship Id="rId9" Target="../media/image1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svg" Type="http://schemas.openxmlformats.org/officeDocument/2006/relationships/image"/><Relationship Id="rId11" Target="../media/image20.png" Type="http://schemas.openxmlformats.org/officeDocument/2006/relationships/image"/><Relationship Id="rId2" Target="../media/image1.pn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svg" Type="http://schemas.openxmlformats.org/officeDocument/2006/relationships/image"/><Relationship Id="rId11" Target="../media/image21.png" Type="http://schemas.openxmlformats.org/officeDocument/2006/relationships/image"/><Relationship Id="rId2" Target="../media/image1.pn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svg" Type="http://schemas.openxmlformats.org/officeDocument/2006/relationships/image"/><Relationship Id="rId11" Target="../media/image21.png" Type="http://schemas.openxmlformats.org/officeDocument/2006/relationships/image"/><Relationship Id="rId2" Target="../media/image1.pn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png" Type="http://schemas.openxmlformats.org/officeDocument/2006/relationships/image"/><Relationship Id="rId11" Target="../media/image19.svg" Type="http://schemas.openxmlformats.org/officeDocument/2006/relationships/image"/><Relationship Id="rId2" Target="../media/image1.pn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Relationship Id="rId7" Target="../media/image15.png" Type="http://schemas.openxmlformats.org/officeDocument/2006/relationships/image"/><Relationship Id="rId8" Target="../media/image16.png" Type="http://schemas.openxmlformats.org/officeDocument/2006/relationships/image"/><Relationship Id="rId9" Target="../media/image17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png" Type="http://schemas.openxmlformats.org/officeDocument/2006/relationships/image"/><Relationship Id="rId11" Target="../media/image19.svg" Type="http://schemas.openxmlformats.org/officeDocument/2006/relationships/image"/><Relationship Id="rId2" Target="../media/image1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22.png" Type="http://schemas.openxmlformats.org/officeDocument/2006/relationships/image"/><Relationship Id="rId6" Target="../media/image23.svg" Type="http://schemas.openxmlformats.org/officeDocument/2006/relationships/image"/><Relationship Id="rId7" Target="../media/image6.png" Type="http://schemas.openxmlformats.org/officeDocument/2006/relationships/image"/><Relationship Id="rId8" Target="../media/image16.png" Type="http://schemas.openxmlformats.org/officeDocument/2006/relationships/image"/><Relationship Id="rId9" Target="../media/image1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A25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6470" y="524934"/>
            <a:ext cx="10991119" cy="8229600"/>
          </a:xfrm>
          <a:custGeom>
            <a:avLst/>
            <a:gdLst/>
            <a:ahLst/>
            <a:cxnLst/>
            <a:rect r="r" b="b" t="t" l="l"/>
            <a:pathLst>
              <a:path h="8229600" w="10991119">
                <a:moveTo>
                  <a:pt x="0" y="0"/>
                </a:moveTo>
                <a:lnTo>
                  <a:pt x="10991118" y="0"/>
                </a:lnTo>
                <a:lnTo>
                  <a:pt x="1099111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692250" y="867451"/>
            <a:ext cx="4810573" cy="2055427"/>
          </a:xfrm>
          <a:custGeom>
            <a:avLst/>
            <a:gdLst/>
            <a:ahLst/>
            <a:cxnLst/>
            <a:rect r="r" b="b" t="t" l="l"/>
            <a:pathLst>
              <a:path h="2055427" w="4810573">
                <a:moveTo>
                  <a:pt x="0" y="0"/>
                </a:moveTo>
                <a:lnTo>
                  <a:pt x="4810573" y="0"/>
                </a:lnTo>
                <a:lnTo>
                  <a:pt x="4810573" y="2055427"/>
                </a:lnTo>
                <a:lnTo>
                  <a:pt x="0" y="20554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757577" y="867451"/>
            <a:ext cx="10991119" cy="8229600"/>
          </a:xfrm>
          <a:custGeom>
            <a:avLst/>
            <a:gdLst/>
            <a:ahLst/>
            <a:cxnLst/>
            <a:rect r="r" b="b" t="t" l="l"/>
            <a:pathLst>
              <a:path h="8229600" w="10991119">
                <a:moveTo>
                  <a:pt x="0" y="0"/>
                </a:moveTo>
                <a:lnTo>
                  <a:pt x="10991119" y="0"/>
                </a:lnTo>
                <a:lnTo>
                  <a:pt x="1099111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58482" y="1961018"/>
            <a:ext cx="13533768" cy="5659576"/>
          </a:xfrm>
          <a:custGeom>
            <a:avLst/>
            <a:gdLst/>
            <a:ahLst/>
            <a:cxnLst/>
            <a:rect r="r" b="b" t="t" l="l"/>
            <a:pathLst>
              <a:path h="5659576" w="13533768">
                <a:moveTo>
                  <a:pt x="0" y="0"/>
                </a:moveTo>
                <a:lnTo>
                  <a:pt x="13533768" y="0"/>
                </a:lnTo>
                <a:lnTo>
                  <a:pt x="13533768" y="5659575"/>
                </a:lnTo>
                <a:lnTo>
                  <a:pt x="0" y="565957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748543" y="4933680"/>
            <a:ext cx="12529046" cy="5353320"/>
          </a:xfrm>
          <a:custGeom>
            <a:avLst/>
            <a:gdLst/>
            <a:ahLst/>
            <a:cxnLst/>
            <a:rect r="r" b="b" t="t" l="l"/>
            <a:pathLst>
              <a:path h="5353320" w="12529046">
                <a:moveTo>
                  <a:pt x="0" y="0"/>
                </a:moveTo>
                <a:lnTo>
                  <a:pt x="12529045" y="0"/>
                </a:lnTo>
                <a:lnTo>
                  <a:pt x="12529045" y="5353320"/>
                </a:lnTo>
                <a:lnTo>
                  <a:pt x="0" y="53533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928594" y="3546196"/>
            <a:ext cx="4168943" cy="7066005"/>
          </a:xfrm>
          <a:custGeom>
            <a:avLst/>
            <a:gdLst/>
            <a:ahLst/>
            <a:cxnLst/>
            <a:rect r="r" b="b" t="t" l="l"/>
            <a:pathLst>
              <a:path h="7066005" w="4168943">
                <a:moveTo>
                  <a:pt x="0" y="0"/>
                </a:moveTo>
                <a:lnTo>
                  <a:pt x="4168943" y="0"/>
                </a:lnTo>
                <a:lnTo>
                  <a:pt x="4168943" y="7066005"/>
                </a:lnTo>
                <a:lnTo>
                  <a:pt x="0" y="706600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-140942">
            <a:off x="-1516546" y="643912"/>
            <a:ext cx="5856926" cy="2502505"/>
          </a:xfrm>
          <a:custGeom>
            <a:avLst/>
            <a:gdLst/>
            <a:ahLst/>
            <a:cxnLst/>
            <a:rect r="r" b="b" t="t" l="l"/>
            <a:pathLst>
              <a:path h="2502505" w="5856926">
                <a:moveTo>
                  <a:pt x="5856926" y="0"/>
                </a:moveTo>
                <a:lnTo>
                  <a:pt x="0" y="0"/>
                </a:lnTo>
                <a:lnTo>
                  <a:pt x="0" y="2502505"/>
                </a:lnTo>
                <a:lnTo>
                  <a:pt x="5856926" y="2502505"/>
                </a:lnTo>
                <a:lnTo>
                  <a:pt x="5856926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832973" y="-1191922"/>
            <a:ext cx="2468880" cy="4114800"/>
          </a:xfrm>
          <a:custGeom>
            <a:avLst/>
            <a:gdLst/>
            <a:ahLst/>
            <a:cxnLst/>
            <a:rect r="r" b="b" t="t" l="l"/>
            <a:pathLst>
              <a:path h="4114800" w="2468880">
                <a:moveTo>
                  <a:pt x="0" y="0"/>
                </a:moveTo>
                <a:lnTo>
                  <a:pt x="2468880" y="0"/>
                </a:lnTo>
                <a:lnTo>
                  <a:pt x="246888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3503542" y="-1548090"/>
            <a:ext cx="2468880" cy="4114800"/>
          </a:xfrm>
          <a:custGeom>
            <a:avLst/>
            <a:gdLst/>
            <a:ahLst/>
            <a:cxnLst/>
            <a:rect r="r" b="b" t="t" l="l"/>
            <a:pathLst>
              <a:path h="4114800" w="2468880">
                <a:moveTo>
                  <a:pt x="2468880" y="0"/>
                </a:moveTo>
                <a:lnTo>
                  <a:pt x="0" y="0"/>
                </a:lnTo>
                <a:lnTo>
                  <a:pt x="0" y="4114800"/>
                </a:lnTo>
                <a:lnTo>
                  <a:pt x="2468880" y="4114800"/>
                </a:lnTo>
                <a:lnTo>
                  <a:pt x="246888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420118">
            <a:off x="772877" y="4601956"/>
            <a:ext cx="1564039" cy="1569747"/>
          </a:xfrm>
          <a:custGeom>
            <a:avLst/>
            <a:gdLst/>
            <a:ahLst/>
            <a:cxnLst/>
            <a:rect r="r" b="b" t="t" l="l"/>
            <a:pathLst>
              <a:path h="1569747" w="1564039">
                <a:moveTo>
                  <a:pt x="0" y="0"/>
                </a:moveTo>
                <a:lnTo>
                  <a:pt x="1564039" y="0"/>
                </a:lnTo>
                <a:lnTo>
                  <a:pt x="1564039" y="1569747"/>
                </a:lnTo>
                <a:lnTo>
                  <a:pt x="0" y="15697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4195787" y="6643016"/>
            <a:ext cx="10708537" cy="4575466"/>
          </a:xfrm>
          <a:custGeom>
            <a:avLst/>
            <a:gdLst/>
            <a:ahLst/>
            <a:cxnLst/>
            <a:rect r="r" b="b" t="t" l="l"/>
            <a:pathLst>
              <a:path h="4575466" w="10708537">
                <a:moveTo>
                  <a:pt x="0" y="0"/>
                </a:moveTo>
                <a:lnTo>
                  <a:pt x="10708537" y="0"/>
                </a:lnTo>
                <a:lnTo>
                  <a:pt x="10708537" y="4575466"/>
                </a:lnTo>
                <a:lnTo>
                  <a:pt x="0" y="45754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353557">
            <a:off x="4526951" y="7809073"/>
            <a:ext cx="7140481" cy="3050933"/>
          </a:xfrm>
          <a:custGeom>
            <a:avLst/>
            <a:gdLst/>
            <a:ahLst/>
            <a:cxnLst/>
            <a:rect r="r" b="b" t="t" l="l"/>
            <a:pathLst>
              <a:path h="3050933" w="7140481">
                <a:moveTo>
                  <a:pt x="0" y="0"/>
                </a:moveTo>
                <a:lnTo>
                  <a:pt x="7140480" y="0"/>
                </a:lnTo>
                <a:lnTo>
                  <a:pt x="7140480" y="3050933"/>
                </a:lnTo>
                <a:lnTo>
                  <a:pt x="0" y="30509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4134407" y="3269702"/>
            <a:ext cx="7407763" cy="1413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00"/>
              </a:lnSpc>
            </a:pPr>
            <a:r>
              <a:rPr lang="en-US" sz="8000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AGAMA ISLAM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330599" y="5133975"/>
            <a:ext cx="5533184" cy="1332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00"/>
              </a:lnSpc>
            </a:pPr>
            <a:r>
              <a:rPr lang="en-US" sz="8000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Kelompok 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A25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6470" y="524934"/>
            <a:ext cx="10991119" cy="8229600"/>
          </a:xfrm>
          <a:custGeom>
            <a:avLst/>
            <a:gdLst/>
            <a:ahLst/>
            <a:cxnLst/>
            <a:rect r="r" b="b" t="t" l="l"/>
            <a:pathLst>
              <a:path h="8229600" w="10991119">
                <a:moveTo>
                  <a:pt x="0" y="0"/>
                </a:moveTo>
                <a:lnTo>
                  <a:pt x="10991118" y="0"/>
                </a:lnTo>
                <a:lnTo>
                  <a:pt x="1099111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757577" y="867451"/>
            <a:ext cx="10991119" cy="8229600"/>
          </a:xfrm>
          <a:custGeom>
            <a:avLst/>
            <a:gdLst/>
            <a:ahLst/>
            <a:cxnLst/>
            <a:rect r="r" b="b" t="t" l="l"/>
            <a:pathLst>
              <a:path h="8229600" w="10991119">
                <a:moveTo>
                  <a:pt x="0" y="0"/>
                </a:moveTo>
                <a:lnTo>
                  <a:pt x="10991119" y="0"/>
                </a:lnTo>
                <a:lnTo>
                  <a:pt x="1099111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14797">
            <a:off x="4898945" y="1700166"/>
            <a:ext cx="12248807" cy="6886668"/>
          </a:xfrm>
          <a:custGeom>
            <a:avLst/>
            <a:gdLst/>
            <a:ahLst/>
            <a:cxnLst/>
            <a:rect r="r" b="b" t="t" l="l"/>
            <a:pathLst>
              <a:path h="6886668" w="12248807">
                <a:moveTo>
                  <a:pt x="0" y="0"/>
                </a:moveTo>
                <a:lnTo>
                  <a:pt x="12248807" y="0"/>
                </a:lnTo>
                <a:lnTo>
                  <a:pt x="12248807" y="6886668"/>
                </a:lnTo>
                <a:lnTo>
                  <a:pt x="0" y="68866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78853">
            <a:off x="-717299" y="6169994"/>
            <a:ext cx="8447059" cy="3609198"/>
          </a:xfrm>
          <a:custGeom>
            <a:avLst/>
            <a:gdLst/>
            <a:ahLst/>
            <a:cxnLst/>
            <a:rect r="r" b="b" t="t" l="l"/>
            <a:pathLst>
              <a:path h="3609198" w="8447059">
                <a:moveTo>
                  <a:pt x="8447059" y="0"/>
                </a:moveTo>
                <a:lnTo>
                  <a:pt x="0" y="0"/>
                </a:lnTo>
                <a:lnTo>
                  <a:pt x="0" y="3609198"/>
                </a:lnTo>
                <a:lnTo>
                  <a:pt x="8447059" y="3609198"/>
                </a:lnTo>
                <a:lnTo>
                  <a:pt x="8447059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661362" y="4370249"/>
            <a:ext cx="5611475" cy="6611458"/>
          </a:xfrm>
          <a:custGeom>
            <a:avLst/>
            <a:gdLst/>
            <a:ahLst/>
            <a:cxnLst/>
            <a:rect r="r" b="b" t="t" l="l"/>
            <a:pathLst>
              <a:path h="6611458" w="5611475">
                <a:moveTo>
                  <a:pt x="5611474" y="0"/>
                </a:moveTo>
                <a:lnTo>
                  <a:pt x="0" y="0"/>
                </a:lnTo>
                <a:lnTo>
                  <a:pt x="0" y="6611458"/>
                </a:lnTo>
                <a:lnTo>
                  <a:pt x="5611474" y="6611458"/>
                </a:lnTo>
                <a:lnTo>
                  <a:pt x="5611474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446984" y="2296646"/>
            <a:ext cx="10927788" cy="884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65"/>
              </a:lnSpc>
            </a:pPr>
            <a:r>
              <a:rPr lang="en-US" sz="5804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ANGGOTA KELOMPOK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722131" y="4448810"/>
            <a:ext cx="10059899" cy="64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320"/>
              </a:lnSpc>
            </a:pPr>
            <a:r>
              <a:rPr lang="en-US" sz="3800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0286470" y="7675978"/>
            <a:ext cx="10708537" cy="4575466"/>
          </a:xfrm>
          <a:custGeom>
            <a:avLst/>
            <a:gdLst/>
            <a:ahLst/>
            <a:cxnLst/>
            <a:rect r="r" b="b" t="t" l="l"/>
            <a:pathLst>
              <a:path h="4575466" w="10708537">
                <a:moveTo>
                  <a:pt x="0" y="0"/>
                </a:moveTo>
                <a:lnTo>
                  <a:pt x="10708537" y="0"/>
                </a:lnTo>
                <a:lnTo>
                  <a:pt x="10708537" y="4575466"/>
                </a:lnTo>
                <a:lnTo>
                  <a:pt x="0" y="45754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-1547810" y="867451"/>
            <a:ext cx="6689849" cy="2858390"/>
          </a:xfrm>
          <a:custGeom>
            <a:avLst/>
            <a:gdLst/>
            <a:ahLst/>
            <a:cxnLst/>
            <a:rect r="r" b="b" t="t" l="l"/>
            <a:pathLst>
              <a:path h="2858390" w="6689849">
                <a:moveTo>
                  <a:pt x="6689849" y="0"/>
                </a:moveTo>
                <a:lnTo>
                  <a:pt x="0" y="0"/>
                </a:lnTo>
                <a:lnTo>
                  <a:pt x="0" y="2858391"/>
                </a:lnTo>
                <a:lnTo>
                  <a:pt x="6689849" y="2858391"/>
                </a:lnTo>
                <a:lnTo>
                  <a:pt x="6689849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0">
            <a:off x="15640738" y="657104"/>
            <a:ext cx="6689849" cy="2858390"/>
          </a:xfrm>
          <a:custGeom>
            <a:avLst/>
            <a:gdLst/>
            <a:ahLst/>
            <a:cxnLst/>
            <a:rect r="r" b="b" t="t" l="l"/>
            <a:pathLst>
              <a:path h="2858390" w="6689849">
                <a:moveTo>
                  <a:pt x="6689849" y="0"/>
                </a:moveTo>
                <a:lnTo>
                  <a:pt x="0" y="0"/>
                </a:lnTo>
                <a:lnTo>
                  <a:pt x="0" y="2858390"/>
                </a:lnTo>
                <a:lnTo>
                  <a:pt x="6689849" y="2858390"/>
                </a:lnTo>
                <a:lnTo>
                  <a:pt x="6689849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0">
            <a:off x="3668679" y="8425640"/>
            <a:ext cx="6617791" cy="2827602"/>
          </a:xfrm>
          <a:custGeom>
            <a:avLst/>
            <a:gdLst/>
            <a:ahLst/>
            <a:cxnLst/>
            <a:rect r="r" b="b" t="t" l="l"/>
            <a:pathLst>
              <a:path h="2827602" w="6617791">
                <a:moveTo>
                  <a:pt x="6617791" y="0"/>
                </a:moveTo>
                <a:lnTo>
                  <a:pt x="0" y="0"/>
                </a:lnTo>
                <a:lnTo>
                  <a:pt x="0" y="2827602"/>
                </a:lnTo>
                <a:lnTo>
                  <a:pt x="6617791" y="2827602"/>
                </a:lnTo>
                <a:lnTo>
                  <a:pt x="6617791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3171858" y="-1548090"/>
            <a:ext cx="2468880" cy="4114800"/>
          </a:xfrm>
          <a:custGeom>
            <a:avLst/>
            <a:gdLst/>
            <a:ahLst/>
            <a:cxnLst/>
            <a:rect r="r" b="b" t="t" l="l"/>
            <a:pathLst>
              <a:path h="4114800" w="2468880">
                <a:moveTo>
                  <a:pt x="0" y="0"/>
                </a:moveTo>
                <a:lnTo>
                  <a:pt x="2468880" y="0"/>
                </a:lnTo>
                <a:lnTo>
                  <a:pt x="246888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true" flipV="false" rot="0">
            <a:off x="5142039" y="-599306"/>
            <a:ext cx="2468880" cy="4114800"/>
          </a:xfrm>
          <a:custGeom>
            <a:avLst/>
            <a:gdLst/>
            <a:ahLst/>
            <a:cxnLst/>
            <a:rect r="r" b="b" t="t" l="l"/>
            <a:pathLst>
              <a:path h="4114800" w="2468880">
                <a:moveTo>
                  <a:pt x="2468880" y="0"/>
                </a:moveTo>
                <a:lnTo>
                  <a:pt x="0" y="0"/>
                </a:lnTo>
                <a:lnTo>
                  <a:pt x="0" y="4114800"/>
                </a:lnTo>
                <a:lnTo>
                  <a:pt x="2468880" y="4114800"/>
                </a:lnTo>
                <a:lnTo>
                  <a:pt x="246888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319556">
            <a:off x="16426303" y="3669489"/>
            <a:ext cx="1160032" cy="1164266"/>
          </a:xfrm>
          <a:custGeom>
            <a:avLst/>
            <a:gdLst/>
            <a:ahLst/>
            <a:cxnLst/>
            <a:rect r="r" b="b" t="t" l="l"/>
            <a:pathLst>
              <a:path h="1164266" w="1160032">
                <a:moveTo>
                  <a:pt x="0" y="0"/>
                </a:moveTo>
                <a:lnTo>
                  <a:pt x="1160032" y="0"/>
                </a:lnTo>
                <a:lnTo>
                  <a:pt x="1160032" y="1164266"/>
                </a:lnTo>
                <a:lnTo>
                  <a:pt x="0" y="116426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6977574" y="4065802"/>
            <a:ext cx="7741183" cy="4616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1307869" indent="-653935" lvl="1">
              <a:lnSpc>
                <a:spcPts val="7269"/>
              </a:lnSpc>
              <a:buFont typeface="Arial"/>
              <a:buChar char="•"/>
            </a:pPr>
            <a:r>
              <a:rPr lang="en-US" sz="6057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M. Jiwa. I</a:t>
            </a:r>
          </a:p>
          <a:p>
            <a:pPr algn="ctr" marL="1307869" indent="-653935" lvl="1">
              <a:lnSpc>
                <a:spcPts val="7269"/>
              </a:lnSpc>
              <a:buFont typeface="Arial"/>
              <a:buChar char="•"/>
            </a:pPr>
            <a:r>
              <a:rPr lang="en-US" sz="6057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Raka Muzakir</a:t>
            </a:r>
          </a:p>
          <a:p>
            <a:pPr algn="ctr" marL="1307869" indent="-653935" lvl="1">
              <a:lnSpc>
                <a:spcPts val="7269"/>
              </a:lnSpc>
              <a:buFont typeface="Arial"/>
              <a:buChar char="•"/>
            </a:pPr>
            <a:r>
              <a:rPr lang="en-US" sz="6057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Ghali Al Daffa</a:t>
            </a:r>
          </a:p>
          <a:p>
            <a:pPr algn="ctr" marL="1307869" indent="-653935" lvl="1">
              <a:lnSpc>
                <a:spcPts val="7269"/>
              </a:lnSpc>
              <a:buFont typeface="Arial"/>
              <a:buChar char="•"/>
            </a:pPr>
            <a:r>
              <a:rPr lang="en-US" sz="6057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M. Irwan. M</a:t>
            </a:r>
          </a:p>
          <a:p>
            <a:pPr algn="ctr">
              <a:lnSpc>
                <a:spcPts val="7269"/>
              </a:lnSpc>
            </a:pP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A25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6470" y="524934"/>
            <a:ext cx="10991119" cy="8229600"/>
          </a:xfrm>
          <a:custGeom>
            <a:avLst/>
            <a:gdLst/>
            <a:ahLst/>
            <a:cxnLst/>
            <a:rect r="r" b="b" t="t" l="l"/>
            <a:pathLst>
              <a:path h="8229600" w="10991119">
                <a:moveTo>
                  <a:pt x="0" y="0"/>
                </a:moveTo>
                <a:lnTo>
                  <a:pt x="10991118" y="0"/>
                </a:lnTo>
                <a:lnTo>
                  <a:pt x="1099111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757577" y="867451"/>
            <a:ext cx="10991119" cy="8229600"/>
          </a:xfrm>
          <a:custGeom>
            <a:avLst/>
            <a:gdLst/>
            <a:ahLst/>
            <a:cxnLst/>
            <a:rect r="r" b="b" t="t" l="l"/>
            <a:pathLst>
              <a:path h="8229600" w="10991119">
                <a:moveTo>
                  <a:pt x="0" y="0"/>
                </a:moveTo>
                <a:lnTo>
                  <a:pt x="10991119" y="0"/>
                </a:lnTo>
                <a:lnTo>
                  <a:pt x="1099111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14797">
            <a:off x="4898945" y="1700166"/>
            <a:ext cx="12248807" cy="6886668"/>
          </a:xfrm>
          <a:custGeom>
            <a:avLst/>
            <a:gdLst/>
            <a:ahLst/>
            <a:cxnLst/>
            <a:rect r="r" b="b" t="t" l="l"/>
            <a:pathLst>
              <a:path h="6886668" w="12248807">
                <a:moveTo>
                  <a:pt x="0" y="0"/>
                </a:moveTo>
                <a:lnTo>
                  <a:pt x="12248807" y="0"/>
                </a:lnTo>
                <a:lnTo>
                  <a:pt x="12248807" y="6886668"/>
                </a:lnTo>
                <a:lnTo>
                  <a:pt x="0" y="68866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78853">
            <a:off x="-3194829" y="5239894"/>
            <a:ext cx="8447059" cy="3609198"/>
          </a:xfrm>
          <a:custGeom>
            <a:avLst/>
            <a:gdLst/>
            <a:ahLst/>
            <a:cxnLst/>
            <a:rect r="r" b="b" t="t" l="l"/>
            <a:pathLst>
              <a:path h="3609198" w="8447059">
                <a:moveTo>
                  <a:pt x="8447058" y="0"/>
                </a:moveTo>
                <a:lnTo>
                  <a:pt x="0" y="0"/>
                </a:lnTo>
                <a:lnTo>
                  <a:pt x="0" y="3609198"/>
                </a:lnTo>
                <a:lnTo>
                  <a:pt x="8447058" y="3609198"/>
                </a:lnTo>
                <a:lnTo>
                  <a:pt x="8447058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0" y="4430506"/>
            <a:ext cx="5611475" cy="6611458"/>
          </a:xfrm>
          <a:custGeom>
            <a:avLst/>
            <a:gdLst/>
            <a:ahLst/>
            <a:cxnLst/>
            <a:rect r="r" b="b" t="t" l="l"/>
            <a:pathLst>
              <a:path h="6611458" w="5611475">
                <a:moveTo>
                  <a:pt x="5611475" y="0"/>
                </a:moveTo>
                <a:lnTo>
                  <a:pt x="0" y="0"/>
                </a:lnTo>
                <a:lnTo>
                  <a:pt x="0" y="6611458"/>
                </a:lnTo>
                <a:lnTo>
                  <a:pt x="5611475" y="6611458"/>
                </a:lnTo>
                <a:lnTo>
                  <a:pt x="5611475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888808" y="2389049"/>
            <a:ext cx="10269080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HAKEKAT AGAMA ISLAM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532740" y="4033410"/>
            <a:ext cx="10981217" cy="3642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807"/>
              </a:lnSpc>
            </a:pPr>
            <a:r>
              <a:rPr lang="en-US" sz="4148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Agama Islam adalah agama yang dibawa oleh Nabi Muhammad SAW. Dengan agama inilah Allah menutup agama-agama sebelumnya, Allah telah menyempurnakan agama ini bagi hamba-hambaNya.  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0286470" y="7675978"/>
            <a:ext cx="10708537" cy="4575466"/>
          </a:xfrm>
          <a:custGeom>
            <a:avLst/>
            <a:gdLst/>
            <a:ahLst/>
            <a:cxnLst/>
            <a:rect r="r" b="b" t="t" l="l"/>
            <a:pathLst>
              <a:path h="4575466" w="10708537">
                <a:moveTo>
                  <a:pt x="0" y="0"/>
                </a:moveTo>
                <a:lnTo>
                  <a:pt x="10708537" y="0"/>
                </a:lnTo>
                <a:lnTo>
                  <a:pt x="10708537" y="4575466"/>
                </a:lnTo>
                <a:lnTo>
                  <a:pt x="0" y="45754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-1547810" y="267923"/>
            <a:ext cx="6689849" cy="2858390"/>
          </a:xfrm>
          <a:custGeom>
            <a:avLst/>
            <a:gdLst/>
            <a:ahLst/>
            <a:cxnLst/>
            <a:rect r="r" b="b" t="t" l="l"/>
            <a:pathLst>
              <a:path h="2858390" w="6689849">
                <a:moveTo>
                  <a:pt x="6689849" y="0"/>
                </a:moveTo>
                <a:lnTo>
                  <a:pt x="0" y="0"/>
                </a:lnTo>
                <a:lnTo>
                  <a:pt x="0" y="2858390"/>
                </a:lnTo>
                <a:lnTo>
                  <a:pt x="6689849" y="2858390"/>
                </a:lnTo>
                <a:lnTo>
                  <a:pt x="6689849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0">
            <a:off x="15640738" y="657104"/>
            <a:ext cx="6689849" cy="2858390"/>
          </a:xfrm>
          <a:custGeom>
            <a:avLst/>
            <a:gdLst/>
            <a:ahLst/>
            <a:cxnLst/>
            <a:rect r="r" b="b" t="t" l="l"/>
            <a:pathLst>
              <a:path h="2858390" w="6689849">
                <a:moveTo>
                  <a:pt x="6689849" y="0"/>
                </a:moveTo>
                <a:lnTo>
                  <a:pt x="0" y="0"/>
                </a:lnTo>
                <a:lnTo>
                  <a:pt x="0" y="2858390"/>
                </a:lnTo>
                <a:lnTo>
                  <a:pt x="6689849" y="2858390"/>
                </a:lnTo>
                <a:lnTo>
                  <a:pt x="6689849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0">
            <a:off x="3668679" y="8425640"/>
            <a:ext cx="6617791" cy="2827602"/>
          </a:xfrm>
          <a:custGeom>
            <a:avLst/>
            <a:gdLst/>
            <a:ahLst/>
            <a:cxnLst/>
            <a:rect r="r" b="b" t="t" l="l"/>
            <a:pathLst>
              <a:path h="2827602" w="6617791">
                <a:moveTo>
                  <a:pt x="6617791" y="0"/>
                </a:moveTo>
                <a:lnTo>
                  <a:pt x="0" y="0"/>
                </a:lnTo>
                <a:lnTo>
                  <a:pt x="0" y="2827602"/>
                </a:lnTo>
                <a:lnTo>
                  <a:pt x="6617791" y="2827602"/>
                </a:lnTo>
                <a:lnTo>
                  <a:pt x="6617791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3171858" y="-1548090"/>
            <a:ext cx="2468880" cy="4114800"/>
          </a:xfrm>
          <a:custGeom>
            <a:avLst/>
            <a:gdLst/>
            <a:ahLst/>
            <a:cxnLst/>
            <a:rect r="r" b="b" t="t" l="l"/>
            <a:pathLst>
              <a:path h="4114800" w="2468880">
                <a:moveTo>
                  <a:pt x="0" y="0"/>
                </a:moveTo>
                <a:lnTo>
                  <a:pt x="2468880" y="0"/>
                </a:lnTo>
                <a:lnTo>
                  <a:pt x="246888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true" flipV="false" rot="0">
            <a:off x="5142039" y="-599306"/>
            <a:ext cx="2468880" cy="4114800"/>
          </a:xfrm>
          <a:custGeom>
            <a:avLst/>
            <a:gdLst/>
            <a:ahLst/>
            <a:cxnLst/>
            <a:rect r="r" b="b" t="t" l="l"/>
            <a:pathLst>
              <a:path h="4114800" w="2468880">
                <a:moveTo>
                  <a:pt x="2468880" y="0"/>
                </a:moveTo>
                <a:lnTo>
                  <a:pt x="0" y="0"/>
                </a:lnTo>
                <a:lnTo>
                  <a:pt x="0" y="4114800"/>
                </a:lnTo>
                <a:lnTo>
                  <a:pt x="2468880" y="4114800"/>
                </a:lnTo>
                <a:lnTo>
                  <a:pt x="246888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319556">
            <a:off x="16426303" y="3669489"/>
            <a:ext cx="1160032" cy="1164266"/>
          </a:xfrm>
          <a:custGeom>
            <a:avLst/>
            <a:gdLst/>
            <a:ahLst/>
            <a:cxnLst/>
            <a:rect r="r" b="b" t="t" l="l"/>
            <a:pathLst>
              <a:path h="1164266" w="1160032">
                <a:moveTo>
                  <a:pt x="0" y="0"/>
                </a:moveTo>
                <a:lnTo>
                  <a:pt x="1160032" y="0"/>
                </a:lnTo>
                <a:lnTo>
                  <a:pt x="1160032" y="1164266"/>
                </a:lnTo>
                <a:lnTo>
                  <a:pt x="0" y="116426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319556">
            <a:off x="14429176" y="7210050"/>
            <a:ext cx="1160032" cy="1164266"/>
          </a:xfrm>
          <a:custGeom>
            <a:avLst/>
            <a:gdLst/>
            <a:ahLst/>
            <a:cxnLst/>
            <a:rect r="r" b="b" t="t" l="l"/>
            <a:pathLst>
              <a:path h="1164266" w="1160032">
                <a:moveTo>
                  <a:pt x="0" y="0"/>
                </a:moveTo>
                <a:lnTo>
                  <a:pt x="1160032" y="0"/>
                </a:lnTo>
                <a:lnTo>
                  <a:pt x="1160032" y="1164265"/>
                </a:lnTo>
                <a:lnTo>
                  <a:pt x="0" y="116426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A25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6470" y="524934"/>
            <a:ext cx="10991119" cy="8229600"/>
          </a:xfrm>
          <a:custGeom>
            <a:avLst/>
            <a:gdLst/>
            <a:ahLst/>
            <a:cxnLst/>
            <a:rect r="r" b="b" t="t" l="l"/>
            <a:pathLst>
              <a:path h="8229600" w="10991119">
                <a:moveTo>
                  <a:pt x="0" y="0"/>
                </a:moveTo>
                <a:lnTo>
                  <a:pt x="10991118" y="0"/>
                </a:lnTo>
                <a:lnTo>
                  <a:pt x="1099111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757577" y="867451"/>
            <a:ext cx="10991119" cy="8229600"/>
          </a:xfrm>
          <a:custGeom>
            <a:avLst/>
            <a:gdLst/>
            <a:ahLst/>
            <a:cxnLst/>
            <a:rect r="r" b="b" t="t" l="l"/>
            <a:pathLst>
              <a:path h="8229600" w="10991119">
                <a:moveTo>
                  <a:pt x="0" y="0"/>
                </a:moveTo>
                <a:lnTo>
                  <a:pt x="10991119" y="0"/>
                </a:lnTo>
                <a:lnTo>
                  <a:pt x="1099111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14797">
            <a:off x="2166489" y="1700166"/>
            <a:ext cx="12248807" cy="6886668"/>
          </a:xfrm>
          <a:custGeom>
            <a:avLst/>
            <a:gdLst/>
            <a:ahLst/>
            <a:cxnLst/>
            <a:rect r="r" b="b" t="t" l="l"/>
            <a:pathLst>
              <a:path h="6886668" w="12248807">
                <a:moveTo>
                  <a:pt x="0" y="0"/>
                </a:moveTo>
                <a:lnTo>
                  <a:pt x="12248806" y="0"/>
                </a:lnTo>
                <a:lnTo>
                  <a:pt x="12248806" y="6886668"/>
                </a:lnTo>
                <a:lnTo>
                  <a:pt x="0" y="68866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802604" y="2047632"/>
            <a:ext cx="8674276" cy="2059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45"/>
              </a:lnSpc>
            </a:pPr>
            <a:r>
              <a:rPr lang="en-US" sz="6787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PENGERTIAN AGAMA ISLAM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1671064" y="-599306"/>
            <a:ext cx="2468880" cy="4114800"/>
          </a:xfrm>
          <a:custGeom>
            <a:avLst/>
            <a:gdLst/>
            <a:ahLst/>
            <a:cxnLst/>
            <a:rect r="r" b="b" t="t" l="l"/>
            <a:pathLst>
              <a:path h="4114800" w="2468880">
                <a:moveTo>
                  <a:pt x="0" y="0"/>
                </a:moveTo>
                <a:lnTo>
                  <a:pt x="2468880" y="0"/>
                </a:lnTo>
                <a:lnTo>
                  <a:pt x="246888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496554" y="-1028700"/>
            <a:ext cx="2468880" cy="4114800"/>
          </a:xfrm>
          <a:custGeom>
            <a:avLst/>
            <a:gdLst/>
            <a:ahLst/>
            <a:cxnLst/>
            <a:rect r="r" b="b" t="t" l="l"/>
            <a:pathLst>
              <a:path h="4114800" w="2468880">
                <a:moveTo>
                  <a:pt x="2468880" y="0"/>
                </a:moveTo>
                <a:lnTo>
                  <a:pt x="0" y="0"/>
                </a:lnTo>
                <a:lnTo>
                  <a:pt x="0" y="4114800"/>
                </a:lnTo>
                <a:lnTo>
                  <a:pt x="2468880" y="4114800"/>
                </a:lnTo>
                <a:lnTo>
                  <a:pt x="246888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319556">
            <a:off x="843378" y="5194825"/>
            <a:ext cx="1160032" cy="1164266"/>
          </a:xfrm>
          <a:custGeom>
            <a:avLst/>
            <a:gdLst/>
            <a:ahLst/>
            <a:cxnLst/>
            <a:rect r="r" b="b" t="t" l="l"/>
            <a:pathLst>
              <a:path h="1164266" w="1160032">
                <a:moveTo>
                  <a:pt x="0" y="0"/>
                </a:moveTo>
                <a:lnTo>
                  <a:pt x="1160032" y="0"/>
                </a:lnTo>
                <a:lnTo>
                  <a:pt x="1160032" y="1164265"/>
                </a:lnTo>
                <a:lnTo>
                  <a:pt x="0" y="116426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144000" y="6970567"/>
            <a:ext cx="10708537" cy="4575466"/>
          </a:xfrm>
          <a:custGeom>
            <a:avLst/>
            <a:gdLst/>
            <a:ahLst/>
            <a:cxnLst/>
            <a:rect r="r" b="b" t="t" l="l"/>
            <a:pathLst>
              <a:path h="4575466" w="10708537">
                <a:moveTo>
                  <a:pt x="0" y="0"/>
                </a:moveTo>
                <a:lnTo>
                  <a:pt x="10708537" y="0"/>
                </a:lnTo>
                <a:lnTo>
                  <a:pt x="10708537" y="4575466"/>
                </a:lnTo>
                <a:lnTo>
                  <a:pt x="0" y="457546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800977" y="3908473"/>
            <a:ext cx="3962104" cy="6716851"/>
          </a:xfrm>
          <a:custGeom>
            <a:avLst/>
            <a:gdLst/>
            <a:ahLst/>
            <a:cxnLst/>
            <a:rect r="r" b="b" t="t" l="l"/>
            <a:pathLst>
              <a:path h="6716851" w="3962104">
                <a:moveTo>
                  <a:pt x="0" y="0"/>
                </a:moveTo>
                <a:lnTo>
                  <a:pt x="3962104" y="0"/>
                </a:lnTo>
                <a:lnTo>
                  <a:pt x="3962104" y="6716852"/>
                </a:lnTo>
                <a:lnTo>
                  <a:pt x="0" y="671685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730994" y="4725542"/>
            <a:ext cx="12132094" cy="3759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1"/>
              </a:lnSpc>
            </a:pPr>
            <a:r>
              <a:rPr lang="en-US" sz="3594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1) Islam dari kata ‘Salm‘ yang memiliki arti damai</a:t>
            </a:r>
          </a:p>
          <a:p>
            <a:pPr algn="l">
              <a:lnSpc>
                <a:spcPts val="5031"/>
              </a:lnSpc>
            </a:pPr>
            <a:r>
              <a:rPr lang="en-US" sz="3594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2) Islam dari kata ‘Aslama’ yang berarti menyerah</a:t>
            </a:r>
          </a:p>
          <a:p>
            <a:pPr algn="l">
              <a:lnSpc>
                <a:spcPts val="5031"/>
              </a:lnSpc>
            </a:pPr>
            <a:r>
              <a:rPr lang="en-US" sz="3594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3) Islam dari kata ‘Istaslama‘ (Penyerahan total kepada Allah SWT)</a:t>
            </a:r>
          </a:p>
          <a:p>
            <a:pPr algn="l">
              <a:lnSpc>
                <a:spcPts val="5031"/>
              </a:lnSpc>
            </a:pPr>
          </a:p>
          <a:p>
            <a:pPr algn="l">
              <a:lnSpc>
                <a:spcPts val="5031"/>
              </a:lnSpc>
            </a:pPr>
          </a:p>
        </p:txBody>
      </p:sp>
      <p:sp>
        <p:nvSpPr>
          <p:cNvPr name="Freeform 12" id="12"/>
          <p:cNvSpPr/>
          <p:nvPr/>
        </p:nvSpPr>
        <p:spPr>
          <a:xfrm flipH="true" flipV="false" rot="0">
            <a:off x="-1388834" y="7266899"/>
            <a:ext cx="10708537" cy="4575466"/>
          </a:xfrm>
          <a:custGeom>
            <a:avLst/>
            <a:gdLst/>
            <a:ahLst/>
            <a:cxnLst/>
            <a:rect r="r" b="b" t="t" l="l"/>
            <a:pathLst>
              <a:path h="4575466" w="10708537">
                <a:moveTo>
                  <a:pt x="10708537" y="0"/>
                </a:moveTo>
                <a:lnTo>
                  <a:pt x="0" y="0"/>
                </a:lnTo>
                <a:lnTo>
                  <a:pt x="0" y="4575466"/>
                </a:lnTo>
                <a:lnTo>
                  <a:pt x="10708537" y="4575466"/>
                </a:lnTo>
                <a:lnTo>
                  <a:pt x="10708537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13406748" y="0"/>
            <a:ext cx="6445789" cy="2754110"/>
          </a:xfrm>
          <a:custGeom>
            <a:avLst/>
            <a:gdLst/>
            <a:ahLst/>
            <a:cxnLst/>
            <a:rect r="r" b="b" t="t" l="l"/>
            <a:pathLst>
              <a:path h="2754110" w="6445789">
                <a:moveTo>
                  <a:pt x="6445789" y="0"/>
                </a:moveTo>
                <a:lnTo>
                  <a:pt x="0" y="0"/>
                </a:lnTo>
                <a:lnTo>
                  <a:pt x="0" y="2754110"/>
                </a:lnTo>
                <a:lnTo>
                  <a:pt x="6445789" y="2754110"/>
                </a:lnTo>
                <a:lnTo>
                  <a:pt x="6445789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true" flipV="false" rot="0">
            <a:off x="-1717159" y="3072588"/>
            <a:ext cx="4846815" cy="2070912"/>
          </a:xfrm>
          <a:custGeom>
            <a:avLst/>
            <a:gdLst/>
            <a:ahLst/>
            <a:cxnLst/>
            <a:rect r="r" b="b" t="t" l="l"/>
            <a:pathLst>
              <a:path h="2070912" w="4846815">
                <a:moveTo>
                  <a:pt x="4846815" y="0"/>
                </a:moveTo>
                <a:lnTo>
                  <a:pt x="0" y="0"/>
                </a:lnTo>
                <a:lnTo>
                  <a:pt x="0" y="2070912"/>
                </a:lnTo>
                <a:lnTo>
                  <a:pt x="4846815" y="2070912"/>
                </a:lnTo>
                <a:lnTo>
                  <a:pt x="4846815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true" flipV="false" rot="0">
            <a:off x="16629642" y="2038107"/>
            <a:ext cx="6445789" cy="2754110"/>
          </a:xfrm>
          <a:custGeom>
            <a:avLst/>
            <a:gdLst/>
            <a:ahLst/>
            <a:cxnLst/>
            <a:rect r="r" b="b" t="t" l="l"/>
            <a:pathLst>
              <a:path h="2754110" w="6445789">
                <a:moveTo>
                  <a:pt x="6445789" y="0"/>
                </a:moveTo>
                <a:lnTo>
                  <a:pt x="0" y="0"/>
                </a:lnTo>
                <a:lnTo>
                  <a:pt x="0" y="2754110"/>
                </a:lnTo>
                <a:lnTo>
                  <a:pt x="6445789" y="2754110"/>
                </a:lnTo>
                <a:lnTo>
                  <a:pt x="6445789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true" flipV="false" rot="0">
            <a:off x="5394841" y="-168005"/>
            <a:ext cx="4846815" cy="2070912"/>
          </a:xfrm>
          <a:custGeom>
            <a:avLst/>
            <a:gdLst/>
            <a:ahLst/>
            <a:cxnLst/>
            <a:rect r="r" b="b" t="t" l="l"/>
            <a:pathLst>
              <a:path h="2070912" w="4846815">
                <a:moveTo>
                  <a:pt x="4846816" y="0"/>
                </a:moveTo>
                <a:lnTo>
                  <a:pt x="0" y="0"/>
                </a:lnTo>
                <a:lnTo>
                  <a:pt x="0" y="2070912"/>
                </a:lnTo>
                <a:lnTo>
                  <a:pt x="4846816" y="2070912"/>
                </a:lnTo>
                <a:lnTo>
                  <a:pt x="4846816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A25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6470" y="524934"/>
            <a:ext cx="10991119" cy="8229600"/>
          </a:xfrm>
          <a:custGeom>
            <a:avLst/>
            <a:gdLst/>
            <a:ahLst/>
            <a:cxnLst/>
            <a:rect r="r" b="b" t="t" l="l"/>
            <a:pathLst>
              <a:path h="8229600" w="10991119">
                <a:moveTo>
                  <a:pt x="0" y="0"/>
                </a:moveTo>
                <a:lnTo>
                  <a:pt x="10991118" y="0"/>
                </a:lnTo>
                <a:lnTo>
                  <a:pt x="1099111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757577" y="867451"/>
            <a:ext cx="10991119" cy="8229600"/>
          </a:xfrm>
          <a:custGeom>
            <a:avLst/>
            <a:gdLst/>
            <a:ahLst/>
            <a:cxnLst/>
            <a:rect r="r" b="b" t="t" l="l"/>
            <a:pathLst>
              <a:path h="8229600" w="10991119">
                <a:moveTo>
                  <a:pt x="0" y="0"/>
                </a:moveTo>
                <a:lnTo>
                  <a:pt x="10991119" y="0"/>
                </a:lnTo>
                <a:lnTo>
                  <a:pt x="1099111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14797">
            <a:off x="2166489" y="1700166"/>
            <a:ext cx="12248807" cy="6886668"/>
          </a:xfrm>
          <a:custGeom>
            <a:avLst/>
            <a:gdLst/>
            <a:ahLst/>
            <a:cxnLst/>
            <a:rect r="r" b="b" t="t" l="l"/>
            <a:pathLst>
              <a:path h="6886668" w="12248807">
                <a:moveTo>
                  <a:pt x="0" y="0"/>
                </a:moveTo>
                <a:lnTo>
                  <a:pt x="12248806" y="0"/>
                </a:lnTo>
                <a:lnTo>
                  <a:pt x="12248806" y="6886668"/>
                </a:lnTo>
                <a:lnTo>
                  <a:pt x="0" y="68866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730994" y="2267719"/>
            <a:ext cx="10379532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TUJUAN AGAMA ISLAM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1040166" y="-559790"/>
            <a:ext cx="2468880" cy="4114800"/>
          </a:xfrm>
          <a:custGeom>
            <a:avLst/>
            <a:gdLst/>
            <a:ahLst/>
            <a:cxnLst/>
            <a:rect r="r" b="b" t="t" l="l"/>
            <a:pathLst>
              <a:path h="4114800" w="2468880">
                <a:moveTo>
                  <a:pt x="0" y="0"/>
                </a:moveTo>
                <a:lnTo>
                  <a:pt x="2468880" y="0"/>
                </a:lnTo>
                <a:lnTo>
                  <a:pt x="246888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496554" y="-1028700"/>
            <a:ext cx="2468880" cy="4114800"/>
          </a:xfrm>
          <a:custGeom>
            <a:avLst/>
            <a:gdLst/>
            <a:ahLst/>
            <a:cxnLst/>
            <a:rect r="r" b="b" t="t" l="l"/>
            <a:pathLst>
              <a:path h="4114800" w="2468880">
                <a:moveTo>
                  <a:pt x="2468880" y="0"/>
                </a:moveTo>
                <a:lnTo>
                  <a:pt x="0" y="0"/>
                </a:lnTo>
                <a:lnTo>
                  <a:pt x="0" y="4114800"/>
                </a:lnTo>
                <a:lnTo>
                  <a:pt x="2468880" y="4114800"/>
                </a:lnTo>
                <a:lnTo>
                  <a:pt x="246888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319556">
            <a:off x="1548084" y="5424792"/>
            <a:ext cx="1160032" cy="1164266"/>
          </a:xfrm>
          <a:custGeom>
            <a:avLst/>
            <a:gdLst/>
            <a:ahLst/>
            <a:cxnLst/>
            <a:rect r="r" b="b" t="t" l="l"/>
            <a:pathLst>
              <a:path h="1164266" w="1160032">
                <a:moveTo>
                  <a:pt x="0" y="0"/>
                </a:moveTo>
                <a:lnTo>
                  <a:pt x="1160033" y="0"/>
                </a:lnTo>
                <a:lnTo>
                  <a:pt x="1160033" y="1164266"/>
                </a:lnTo>
                <a:lnTo>
                  <a:pt x="0" y="116426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144000" y="6970567"/>
            <a:ext cx="10708537" cy="4575466"/>
          </a:xfrm>
          <a:custGeom>
            <a:avLst/>
            <a:gdLst/>
            <a:ahLst/>
            <a:cxnLst/>
            <a:rect r="r" b="b" t="t" l="l"/>
            <a:pathLst>
              <a:path h="4575466" w="10708537">
                <a:moveTo>
                  <a:pt x="0" y="0"/>
                </a:moveTo>
                <a:lnTo>
                  <a:pt x="10708537" y="0"/>
                </a:lnTo>
                <a:lnTo>
                  <a:pt x="10708537" y="4575466"/>
                </a:lnTo>
                <a:lnTo>
                  <a:pt x="0" y="457546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720345">
            <a:off x="10202534" y="4378212"/>
            <a:ext cx="9025838" cy="6950405"/>
          </a:xfrm>
          <a:custGeom>
            <a:avLst/>
            <a:gdLst/>
            <a:ahLst/>
            <a:cxnLst/>
            <a:rect r="r" b="b" t="t" l="l"/>
            <a:pathLst>
              <a:path h="6950405" w="9025838">
                <a:moveTo>
                  <a:pt x="0" y="0"/>
                </a:moveTo>
                <a:lnTo>
                  <a:pt x="9025838" y="0"/>
                </a:lnTo>
                <a:lnTo>
                  <a:pt x="9025838" y="6950406"/>
                </a:lnTo>
                <a:lnTo>
                  <a:pt x="0" y="695040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0">
            <a:off x="-2568795" y="7292165"/>
            <a:ext cx="10708537" cy="4575466"/>
          </a:xfrm>
          <a:custGeom>
            <a:avLst/>
            <a:gdLst/>
            <a:ahLst/>
            <a:cxnLst/>
            <a:rect r="r" b="b" t="t" l="l"/>
            <a:pathLst>
              <a:path h="4575466" w="10708537">
                <a:moveTo>
                  <a:pt x="10708537" y="0"/>
                </a:moveTo>
                <a:lnTo>
                  <a:pt x="0" y="0"/>
                </a:lnTo>
                <a:lnTo>
                  <a:pt x="0" y="4575466"/>
                </a:lnTo>
                <a:lnTo>
                  <a:pt x="10708537" y="4575466"/>
                </a:lnTo>
                <a:lnTo>
                  <a:pt x="10708537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0">
            <a:off x="14397119" y="1224039"/>
            <a:ext cx="6445789" cy="2754110"/>
          </a:xfrm>
          <a:custGeom>
            <a:avLst/>
            <a:gdLst/>
            <a:ahLst/>
            <a:cxnLst/>
            <a:rect r="r" b="b" t="t" l="l"/>
            <a:pathLst>
              <a:path h="2754110" w="6445789">
                <a:moveTo>
                  <a:pt x="6445789" y="0"/>
                </a:moveTo>
                <a:lnTo>
                  <a:pt x="0" y="0"/>
                </a:lnTo>
                <a:lnTo>
                  <a:pt x="0" y="2754110"/>
                </a:lnTo>
                <a:lnTo>
                  <a:pt x="6445789" y="2754110"/>
                </a:lnTo>
                <a:lnTo>
                  <a:pt x="6445789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-1717159" y="3072588"/>
            <a:ext cx="4846815" cy="2070912"/>
          </a:xfrm>
          <a:custGeom>
            <a:avLst/>
            <a:gdLst/>
            <a:ahLst/>
            <a:cxnLst/>
            <a:rect r="r" b="b" t="t" l="l"/>
            <a:pathLst>
              <a:path h="2070912" w="4846815">
                <a:moveTo>
                  <a:pt x="4846815" y="0"/>
                </a:moveTo>
                <a:lnTo>
                  <a:pt x="0" y="0"/>
                </a:lnTo>
                <a:lnTo>
                  <a:pt x="0" y="2070912"/>
                </a:lnTo>
                <a:lnTo>
                  <a:pt x="4846815" y="2070912"/>
                </a:lnTo>
                <a:lnTo>
                  <a:pt x="4846815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129656" y="3728773"/>
            <a:ext cx="9494537" cy="331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0421" indent="-410210" lvl="1">
              <a:lnSpc>
                <a:spcPts val="5320"/>
              </a:lnSpc>
              <a:buAutoNum type="arabicPeriod" startAt="1"/>
            </a:pPr>
            <a:r>
              <a:rPr lang="en-US" sz="3800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 Sebagai  agama Allah</a:t>
            </a:r>
          </a:p>
          <a:p>
            <a:pPr algn="l" marL="820421" indent="-410210" lvl="1">
              <a:lnSpc>
                <a:spcPts val="5320"/>
              </a:lnSpc>
              <a:buAutoNum type="arabicPeriod" startAt="1"/>
            </a:pPr>
            <a:r>
              <a:rPr lang="en-US" sz="3800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 Sebagai Panggilan Allah</a:t>
            </a:r>
          </a:p>
          <a:p>
            <a:pPr algn="l" marL="820421" indent="-410210" lvl="1">
              <a:lnSpc>
                <a:spcPts val="5320"/>
              </a:lnSpc>
              <a:buAutoNum type="arabicPeriod" startAt="1"/>
            </a:pPr>
            <a:r>
              <a:rPr lang="en-US" sz="3800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 Sebagai rumah yang dibangun allah</a:t>
            </a:r>
          </a:p>
          <a:p>
            <a:pPr algn="l" marL="820421" indent="-410210" lvl="1">
              <a:lnSpc>
                <a:spcPts val="5320"/>
              </a:lnSpc>
              <a:buAutoNum type="arabicPeriod" startAt="1"/>
            </a:pPr>
            <a:r>
              <a:rPr lang="en-US" sz="3800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 Sebagai jalan yang lurus</a:t>
            </a:r>
          </a:p>
          <a:p>
            <a:pPr algn="l" marL="820421" indent="-410210" lvl="1">
              <a:lnSpc>
                <a:spcPts val="5320"/>
              </a:lnSpc>
              <a:buAutoNum type="arabicPeriod" startAt="1"/>
            </a:pPr>
            <a:r>
              <a:rPr lang="en-US" sz="3800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 Sebagai tali Allah</a:t>
            </a:r>
          </a:p>
        </p:txBody>
      </p:sp>
    </p:spTree>
  </p:cSld>
  <p:clrMapOvr>
    <a:masterClrMapping/>
  </p:clrMapOvr>
  <p:transition spd="slow">
    <p:push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A25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6470" y="524934"/>
            <a:ext cx="10991119" cy="8229600"/>
          </a:xfrm>
          <a:custGeom>
            <a:avLst/>
            <a:gdLst/>
            <a:ahLst/>
            <a:cxnLst/>
            <a:rect r="r" b="b" t="t" l="l"/>
            <a:pathLst>
              <a:path h="8229600" w="10991119">
                <a:moveTo>
                  <a:pt x="0" y="0"/>
                </a:moveTo>
                <a:lnTo>
                  <a:pt x="10991118" y="0"/>
                </a:lnTo>
                <a:lnTo>
                  <a:pt x="1099111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757577" y="867451"/>
            <a:ext cx="10991119" cy="8229600"/>
          </a:xfrm>
          <a:custGeom>
            <a:avLst/>
            <a:gdLst/>
            <a:ahLst/>
            <a:cxnLst/>
            <a:rect r="r" b="b" t="t" l="l"/>
            <a:pathLst>
              <a:path h="8229600" w="10991119">
                <a:moveTo>
                  <a:pt x="0" y="0"/>
                </a:moveTo>
                <a:lnTo>
                  <a:pt x="10991119" y="0"/>
                </a:lnTo>
                <a:lnTo>
                  <a:pt x="1099111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14797">
            <a:off x="2166489" y="1700166"/>
            <a:ext cx="12248807" cy="6886668"/>
          </a:xfrm>
          <a:custGeom>
            <a:avLst/>
            <a:gdLst/>
            <a:ahLst/>
            <a:cxnLst/>
            <a:rect r="r" b="b" t="t" l="l"/>
            <a:pathLst>
              <a:path h="6886668" w="12248807">
                <a:moveTo>
                  <a:pt x="0" y="0"/>
                </a:moveTo>
                <a:lnTo>
                  <a:pt x="12248806" y="0"/>
                </a:lnTo>
                <a:lnTo>
                  <a:pt x="12248806" y="6886668"/>
                </a:lnTo>
                <a:lnTo>
                  <a:pt x="0" y="68866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587245" y="1976173"/>
            <a:ext cx="11407295" cy="1828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KARAKTERISTIK AGAMA ISLAM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1080890" y="-1042212"/>
            <a:ext cx="2468880" cy="4114800"/>
          </a:xfrm>
          <a:custGeom>
            <a:avLst/>
            <a:gdLst/>
            <a:ahLst/>
            <a:cxnLst/>
            <a:rect r="r" b="b" t="t" l="l"/>
            <a:pathLst>
              <a:path h="4114800" w="2468880">
                <a:moveTo>
                  <a:pt x="0" y="0"/>
                </a:moveTo>
                <a:lnTo>
                  <a:pt x="2468880" y="0"/>
                </a:lnTo>
                <a:lnTo>
                  <a:pt x="246888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028700" y="-557477"/>
            <a:ext cx="2468880" cy="4114800"/>
          </a:xfrm>
          <a:custGeom>
            <a:avLst/>
            <a:gdLst/>
            <a:ahLst/>
            <a:cxnLst/>
            <a:rect r="r" b="b" t="t" l="l"/>
            <a:pathLst>
              <a:path h="4114800" w="2468880">
                <a:moveTo>
                  <a:pt x="2468880" y="0"/>
                </a:moveTo>
                <a:lnTo>
                  <a:pt x="0" y="0"/>
                </a:lnTo>
                <a:lnTo>
                  <a:pt x="0" y="4114800"/>
                </a:lnTo>
                <a:lnTo>
                  <a:pt x="2468880" y="4114800"/>
                </a:lnTo>
                <a:lnTo>
                  <a:pt x="246888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319556">
            <a:off x="1548084" y="5424792"/>
            <a:ext cx="1160032" cy="1164266"/>
          </a:xfrm>
          <a:custGeom>
            <a:avLst/>
            <a:gdLst/>
            <a:ahLst/>
            <a:cxnLst/>
            <a:rect r="r" b="b" t="t" l="l"/>
            <a:pathLst>
              <a:path h="1164266" w="1160032">
                <a:moveTo>
                  <a:pt x="0" y="0"/>
                </a:moveTo>
                <a:lnTo>
                  <a:pt x="1160033" y="0"/>
                </a:lnTo>
                <a:lnTo>
                  <a:pt x="1160033" y="1164266"/>
                </a:lnTo>
                <a:lnTo>
                  <a:pt x="0" y="116426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144000" y="6970567"/>
            <a:ext cx="10708537" cy="4575466"/>
          </a:xfrm>
          <a:custGeom>
            <a:avLst/>
            <a:gdLst/>
            <a:ahLst/>
            <a:cxnLst/>
            <a:rect r="r" b="b" t="t" l="l"/>
            <a:pathLst>
              <a:path h="4575466" w="10708537">
                <a:moveTo>
                  <a:pt x="0" y="0"/>
                </a:moveTo>
                <a:lnTo>
                  <a:pt x="10708537" y="0"/>
                </a:lnTo>
                <a:lnTo>
                  <a:pt x="10708537" y="4575466"/>
                </a:lnTo>
                <a:lnTo>
                  <a:pt x="0" y="457546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720345">
            <a:off x="10202534" y="4378212"/>
            <a:ext cx="9025838" cy="6950405"/>
          </a:xfrm>
          <a:custGeom>
            <a:avLst/>
            <a:gdLst/>
            <a:ahLst/>
            <a:cxnLst/>
            <a:rect r="r" b="b" t="t" l="l"/>
            <a:pathLst>
              <a:path h="6950405" w="9025838">
                <a:moveTo>
                  <a:pt x="0" y="0"/>
                </a:moveTo>
                <a:lnTo>
                  <a:pt x="9025838" y="0"/>
                </a:lnTo>
                <a:lnTo>
                  <a:pt x="9025838" y="6950406"/>
                </a:lnTo>
                <a:lnTo>
                  <a:pt x="0" y="695040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0">
            <a:off x="-2568795" y="7292165"/>
            <a:ext cx="10708537" cy="4575466"/>
          </a:xfrm>
          <a:custGeom>
            <a:avLst/>
            <a:gdLst/>
            <a:ahLst/>
            <a:cxnLst/>
            <a:rect r="r" b="b" t="t" l="l"/>
            <a:pathLst>
              <a:path h="4575466" w="10708537">
                <a:moveTo>
                  <a:pt x="10708537" y="0"/>
                </a:moveTo>
                <a:lnTo>
                  <a:pt x="0" y="0"/>
                </a:lnTo>
                <a:lnTo>
                  <a:pt x="0" y="4575466"/>
                </a:lnTo>
                <a:lnTo>
                  <a:pt x="10708537" y="4575466"/>
                </a:lnTo>
                <a:lnTo>
                  <a:pt x="10708537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0">
            <a:off x="14397119" y="1224039"/>
            <a:ext cx="6445789" cy="2754110"/>
          </a:xfrm>
          <a:custGeom>
            <a:avLst/>
            <a:gdLst/>
            <a:ahLst/>
            <a:cxnLst/>
            <a:rect r="r" b="b" t="t" l="l"/>
            <a:pathLst>
              <a:path h="2754110" w="6445789">
                <a:moveTo>
                  <a:pt x="6445789" y="0"/>
                </a:moveTo>
                <a:lnTo>
                  <a:pt x="0" y="0"/>
                </a:lnTo>
                <a:lnTo>
                  <a:pt x="0" y="2754110"/>
                </a:lnTo>
                <a:lnTo>
                  <a:pt x="6445789" y="2754110"/>
                </a:lnTo>
                <a:lnTo>
                  <a:pt x="6445789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-1717159" y="3072588"/>
            <a:ext cx="4846815" cy="2070912"/>
          </a:xfrm>
          <a:custGeom>
            <a:avLst/>
            <a:gdLst/>
            <a:ahLst/>
            <a:cxnLst/>
            <a:rect r="r" b="b" t="t" l="l"/>
            <a:pathLst>
              <a:path h="2070912" w="4846815">
                <a:moveTo>
                  <a:pt x="4846815" y="0"/>
                </a:moveTo>
                <a:lnTo>
                  <a:pt x="0" y="0"/>
                </a:lnTo>
                <a:lnTo>
                  <a:pt x="0" y="2070912"/>
                </a:lnTo>
                <a:lnTo>
                  <a:pt x="4846815" y="2070912"/>
                </a:lnTo>
                <a:lnTo>
                  <a:pt x="4846815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129656" y="3728773"/>
            <a:ext cx="9494537" cy="331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0421" indent="-410210" lvl="1">
              <a:lnSpc>
                <a:spcPts val="5320"/>
              </a:lnSpc>
              <a:buAutoNum type="arabicPeriod" startAt="1"/>
            </a:pPr>
            <a:r>
              <a:rPr lang="en-US" sz="3800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 Bersumber langsung dari Allah</a:t>
            </a:r>
          </a:p>
          <a:p>
            <a:pPr algn="l" marL="820421" indent="-410210" lvl="1">
              <a:lnSpc>
                <a:spcPts val="5320"/>
              </a:lnSpc>
              <a:buAutoNum type="arabicPeriod" startAt="1"/>
            </a:pPr>
            <a:r>
              <a:rPr lang="en-US" sz="3800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 Humanisme yang universal</a:t>
            </a:r>
          </a:p>
          <a:p>
            <a:pPr algn="l" marL="820421" indent="-410210" lvl="1">
              <a:lnSpc>
                <a:spcPts val="5320"/>
              </a:lnSpc>
              <a:buAutoNum type="arabicPeriod" startAt="1"/>
            </a:pPr>
            <a:r>
              <a:rPr lang="en-US" sz="3800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 Elastis, fleksibel dan mudah</a:t>
            </a:r>
          </a:p>
          <a:p>
            <a:pPr algn="l" marL="820421" indent="-410210" lvl="1">
              <a:lnSpc>
                <a:spcPts val="5320"/>
              </a:lnSpc>
              <a:buAutoNum type="arabicPeriod" startAt="1"/>
            </a:pPr>
            <a:r>
              <a:rPr lang="en-US" sz="3800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 Keadilan</a:t>
            </a:r>
          </a:p>
          <a:p>
            <a:pPr algn="l" marL="820421" indent="-410210" lvl="1">
              <a:lnSpc>
                <a:spcPts val="5320"/>
              </a:lnSpc>
              <a:buAutoNum type="arabicPeriod" startAt="1"/>
            </a:pPr>
            <a:r>
              <a:rPr lang="en-US" sz="3800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 Integral menyeluruh dan sempurna</a:t>
            </a:r>
          </a:p>
        </p:txBody>
      </p:sp>
    </p:spTree>
  </p:cSld>
  <p:clrMapOvr>
    <a:masterClrMapping/>
  </p:clrMapOvr>
  <p:transition spd="slow">
    <p:push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A25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6470" y="524934"/>
            <a:ext cx="10991119" cy="8229600"/>
          </a:xfrm>
          <a:custGeom>
            <a:avLst/>
            <a:gdLst/>
            <a:ahLst/>
            <a:cxnLst/>
            <a:rect r="r" b="b" t="t" l="l"/>
            <a:pathLst>
              <a:path h="8229600" w="10991119">
                <a:moveTo>
                  <a:pt x="0" y="0"/>
                </a:moveTo>
                <a:lnTo>
                  <a:pt x="10991118" y="0"/>
                </a:lnTo>
                <a:lnTo>
                  <a:pt x="1099111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757577" y="867451"/>
            <a:ext cx="10991119" cy="8229600"/>
          </a:xfrm>
          <a:custGeom>
            <a:avLst/>
            <a:gdLst/>
            <a:ahLst/>
            <a:cxnLst/>
            <a:rect r="r" b="b" t="t" l="l"/>
            <a:pathLst>
              <a:path h="8229600" w="10991119">
                <a:moveTo>
                  <a:pt x="0" y="0"/>
                </a:moveTo>
                <a:lnTo>
                  <a:pt x="10991119" y="0"/>
                </a:lnTo>
                <a:lnTo>
                  <a:pt x="1099111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14797">
            <a:off x="4898945" y="1700166"/>
            <a:ext cx="12248807" cy="6886668"/>
          </a:xfrm>
          <a:custGeom>
            <a:avLst/>
            <a:gdLst/>
            <a:ahLst/>
            <a:cxnLst/>
            <a:rect r="r" b="b" t="t" l="l"/>
            <a:pathLst>
              <a:path h="6886668" w="12248807">
                <a:moveTo>
                  <a:pt x="0" y="0"/>
                </a:moveTo>
                <a:lnTo>
                  <a:pt x="12248807" y="0"/>
                </a:lnTo>
                <a:lnTo>
                  <a:pt x="12248807" y="6886668"/>
                </a:lnTo>
                <a:lnTo>
                  <a:pt x="0" y="68866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78853">
            <a:off x="-876419" y="6581408"/>
            <a:ext cx="8447059" cy="3609198"/>
          </a:xfrm>
          <a:custGeom>
            <a:avLst/>
            <a:gdLst/>
            <a:ahLst/>
            <a:cxnLst/>
            <a:rect r="r" b="b" t="t" l="l"/>
            <a:pathLst>
              <a:path h="3609198" w="8447059">
                <a:moveTo>
                  <a:pt x="8447059" y="0"/>
                </a:moveTo>
                <a:lnTo>
                  <a:pt x="0" y="0"/>
                </a:lnTo>
                <a:lnTo>
                  <a:pt x="0" y="3609198"/>
                </a:lnTo>
                <a:lnTo>
                  <a:pt x="8447059" y="3609198"/>
                </a:lnTo>
                <a:lnTo>
                  <a:pt x="8447059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-469436" y="4370249"/>
            <a:ext cx="5611475" cy="6611458"/>
          </a:xfrm>
          <a:custGeom>
            <a:avLst/>
            <a:gdLst/>
            <a:ahLst/>
            <a:cxnLst/>
            <a:rect r="r" b="b" t="t" l="l"/>
            <a:pathLst>
              <a:path h="6611458" w="5611475">
                <a:moveTo>
                  <a:pt x="5611475" y="0"/>
                </a:moveTo>
                <a:lnTo>
                  <a:pt x="0" y="0"/>
                </a:lnTo>
                <a:lnTo>
                  <a:pt x="0" y="6611458"/>
                </a:lnTo>
                <a:lnTo>
                  <a:pt x="5611475" y="6611458"/>
                </a:lnTo>
                <a:lnTo>
                  <a:pt x="5611475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189659" y="1839446"/>
            <a:ext cx="7667379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Kesimpulan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872856" y="3029048"/>
            <a:ext cx="10300984" cy="4646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320"/>
              </a:lnSpc>
            </a:pPr>
            <a:r>
              <a:rPr lang="en-US" sz="3800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Agama islam adalah agama yang jelas asal usulnya dan juga mudah untuk dipelajari &amp;  melaksanakan perintah dari Allah SWT. tidak ada perintah, larangan ataupun ajaran yang bertentangan dengan fitrah manusia bahkan bisa juga menjadi pendukung untuk aturan aturan di dunia.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0286470" y="7675978"/>
            <a:ext cx="10708537" cy="4575466"/>
          </a:xfrm>
          <a:custGeom>
            <a:avLst/>
            <a:gdLst/>
            <a:ahLst/>
            <a:cxnLst/>
            <a:rect r="r" b="b" t="t" l="l"/>
            <a:pathLst>
              <a:path h="4575466" w="10708537">
                <a:moveTo>
                  <a:pt x="0" y="0"/>
                </a:moveTo>
                <a:lnTo>
                  <a:pt x="10708537" y="0"/>
                </a:lnTo>
                <a:lnTo>
                  <a:pt x="10708537" y="4575466"/>
                </a:lnTo>
                <a:lnTo>
                  <a:pt x="0" y="45754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-1547810" y="867451"/>
            <a:ext cx="6689849" cy="2858390"/>
          </a:xfrm>
          <a:custGeom>
            <a:avLst/>
            <a:gdLst/>
            <a:ahLst/>
            <a:cxnLst/>
            <a:rect r="r" b="b" t="t" l="l"/>
            <a:pathLst>
              <a:path h="2858390" w="6689849">
                <a:moveTo>
                  <a:pt x="6689849" y="0"/>
                </a:moveTo>
                <a:lnTo>
                  <a:pt x="0" y="0"/>
                </a:lnTo>
                <a:lnTo>
                  <a:pt x="0" y="2858391"/>
                </a:lnTo>
                <a:lnTo>
                  <a:pt x="6689849" y="2858391"/>
                </a:lnTo>
                <a:lnTo>
                  <a:pt x="6689849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0">
            <a:off x="15640738" y="657104"/>
            <a:ext cx="6689849" cy="2858390"/>
          </a:xfrm>
          <a:custGeom>
            <a:avLst/>
            <a:gdLst/>
            <a:ahLst/>
            <a:cxnLst/>
            <a:rect r="r" b="b" t="t" l="l"/>
            <a:pathLst>
              <a:path h="2858390" w="6689849">
                <a:moveTo>
                  <a:pt x="6689849" y="0"/>
                </a:moveTo>
                <a:lnTo>
                  <a:pt x="0" y="0"/>
                </a:lnTo>
                <a:lnTo>
                  <a:pt x="0" y="2858390"/>
                </a:lnTo>
                <a:lnTo>
                  <a:pt x="6689849" y="2858390"/>
                </a:lnTo>
                <a:lnTo>
                  <a:pt x="6689849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0">
            <a:off x="3668679" y="8425640"/>
            <a:ext cx="6617791" cy="2827602"/>
          </a:xfrm>
          <a:custGeom>
            <a:avLst/>
            <a:gdLst/>
            <a:ahLst/>
            <a:cxnLst/>
            <a:rect r="r" b="b" t="t" l="l"/>
            <a:pathLst>
              <a:path h="2827602" w="6617791">
                <a:moveTo>
                  <a:pt x="6617791" y="0"/>
                </a:moveTo>
                <a:lnTo>
                  <a:pt x="0" y="0"/>
                </a:lnTo>
                <a:lnTo>
                  <a:pt x="0" y="2827602"/>
                </a:lnTo>
                <a:lnTo>
                  <a:pt x="6617791" y="2827602"/>
                </a:lnTo>
                <a:lnTo>
                  <a:pt x="6617791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3171858" y="-1548090"/>
            <a:ext cx="2468880" cy="4114800"/>
          </a:xfrm>
          <a:custGeom>
            <a:avLst/>
            <a:gdLst/>
            <a:ahLst/>
            <a:cxnLst/>
            <a:rect r="r" b="b" t="t" l="l"/>
            <a:pathLst>
              <a:path h="4114800" w="2468880">
                <a:moveTo>
                  <a:pt x="0" y="0"/>
                </a:moveTo>
                <a:lnTo>
                  <a:pt x="2468880" y="0"/>
                </a:lnTo>
                <a:lnTo>
                  <a:pt x="246888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true" flipV="false" rot="0">
            <a:off x="5142039" y="-599306"/>
            <a:ext cx="2468880" cy="4114800"/>
          </a:xfrm>
          <a:custGeom>
            <a:avLst/>
            <a:gdLst/>
            <a:ahLst/>
            <a:cxnLst/>
            <a:rect r="r" b="b" t="t" l="l"/>
            <a:pathLst>
              <a:path h="4114800" w="2468880">
                <a:moveTo>
                  <a:pt x="2468880" y="0"/>
                </a:moveTo>
                <a:lnTo>
                  <a:pt x="0" y="0"/>
                </a:lnTo>
                <a:lnTo>
                  <a:pt x="0" y="4114800"/>
                </a:lnTo>
                <a:lnTo>
                  <a:pt x="2468880" y="4114800"/>
                </a:lnTo>
                <a:lnTo>
                  <a:pt x="246888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319556">
            <a:off x="16426303" y="3669489"/>
            <a:ext cx="1160032" cy="1164266"/>
          </a:xfrm>
          <a:custGeom>
            <a:avLst/>
            <a:gdLst/>
            <a:ahLst/>
            <a:cxnLst/>
            <a:rect r="r" b="b" t="t" l="l"/>
            <a:pathLst>
              <a:path h="1164266" w="1160032">
                <a:moveTo>
                  <a:pt x="0" y="0"/>
                </a:moveTo>
                <a:lnTo>
                  <a:pt x="1160032" y="0"/>
                </a:lnTo>
                <a:lnTo>
                  <a:pt x="1160032" y="1164266"/>
                </a:lnTo>
                <a:lnTo>
                  <a:pt x="0" y="116426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A25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6470" y="524934"/>
            <a:ext cx="10991119" cy="8229600"/>
          </a:xfrm>
          <a:custGeom>
            <a:avLst/>
            <a:gdLst/>
            <a:ahLst/>
            <a:cxnLst/>
            <a:rect r="r" b="b" t="t" l="l"/>
            <a:pathLst>
              <a:path h="8229600" w="10991119">
                <a:moveTo>
                  <a:pt x="0" y="0"/>
                </a:moveTo>
                <a:lnTo>
                  <a:pt x="10991118" y="0"/>
                </a:lnTo>
                <a:lnTo>
                  <a:pt x="1099111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692250" y="867451"/>
            <a:ext cx="4810573" cy="2055427"/>
          </a:xfrm>
          <a:custGeom>
            <a:avLst/>
            <a:gdLst/>
            <a:ahLst/>
            <a:cxnLst/>
            <a:rect r="r" b="b" t="t" l="l"/>
            <a:pathLst>
              <a:path h="2055427" w="4810573">
                <a:moveTo>
                  <a:pt x="0" y="0"/>
                </a:moveTo>
                <a:lnTo>
                  <a:pt x="4810573" y="0"/>
                </a:lnTo>
                <a:lnTo>
                  <a:pt x="4810573" y="2055427"/>
                </a:lnTo>
                <a:lnTo>
                  <a:pt x="0" y="20554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757577" y="867451"/>
            <a:ext cx="10991119" cy="8229600"/>
          </a:xfrm>
          <a:custGeom>
            <a:avLst/>
            <a:gdLst/>
            <a:ahLst/>
            <a:cxnLst/>
            <a:rect r="r" b="b" t="t" l="l"/>
            <a:pathLst>
              <a:path h="8229600" w="10991119">
                <a:moveTo>
                  <a:pt x="0" y="0"/>
                </a:moveTo>
                <a:lnTo>
                  <a:pt x="10991119" y="0"/>
                </a:lnTo>
                <a:lnTo>
                  <a:pt x="1099111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58482" y="1961018"/>
            <a:ext cx="13533768" cy="5659576"/>
          </a:xfrm>
          <a:custGeom>
            <a:avLst/>
            <a:gdLst/>
            <a:ahLst/>
            <a:cxnLst/>
            <a:rect r="r" b="b" t="t" l="l"/>
            <a:pathLst>
              <a:path h="5659576" w="13533768">
                <a:moveTo>
                  <a:pt x="0" y="0"/>
                </a:moveTo>
                <a:lnTo>
                  <a:pt x="13533768" y="0"/>
                </a:lnTo>
                <a:lnTo>
                  <a:pt x="13533768" y="5659575"/>
                </a:lnTo>
                <a:lnTo>
                  <a:pt x="0" y="565957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748543" y="4933680"/>
            <a:ext cx="12529046" cy="5353320"/>
          </a:xfrm>
          <a:custGeom>
            <a:avLst/>
            <a:gdLst/>
            <a:ahLst/>
            <a:cxnLst/>
            <a:rect r="r" b="b" t="t" l="l"/>
            <a:pathLst>
              <a:path h="5353320" w="12529046">
                <a:moveTo>
                  <a:pt x="0" y="0"/>
                </a:moveTo>
                <a:lnTo>
                  <a:pt x="12529045" y="0"/>
                </a:lnTo>
                <a:lnTo>
                  <a:pt x="12529045" y="5353320"/>
                </a:lnTo>
                <a:lnTo>
                  <a:pt x="0" y="53533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928594" y="3546196"/>
            <a:ext cx="4168943" cy="7066005"/>
          </a:xfrm>
          <a:custGeom>
            <a:avLst/>
            <a:gdLst/>
            <a:ahLst/>
            <a:cxnLst/>
            <a:rect r="r" b="b" t="t" l="l"/>
            <a:pathLst>
              <a:path h="7066005" w="4168943">
                <a:moveTo>
                  <a:pt x="0" y="0"/>
                </a:moveTo>
                <a:lnTo>
                  <a:pt x="4168943" y="0"/>
                </a:lnTo>
                <a:lnTo>
                  <a:pt x="4168943" y="7066005"/>
                </a:lnTo>
                <a:lnTo>
                  <a:pt x="0" y="706600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-140942">
            <a:off x="-1516546" y="643912"/>
            <a:ext cx="5856926" cy="2502505"/>
          </a:xfrm>
          <a:custGeom>
            <a:avLst/>
            <a:gdLst/>
            <a:ahLst/>
            <a:cxnLst/>
            <a:rect r="r" b="b" t="t" l="l"/>
            <a:pathLst>
              <a:path h="2502505" w="5856926">
                <a:moveTo>
                  <a:pt x="5856926" y="0"/>
                </a:moveTo>
                <a:lnTo>
                  <a:pt x="0" y="0"/>
                </a:lnTo>
                <a:lnTo>
                  <a:pt x="0" y="2502505"/>
                </a:lnTo>
                <a:lnTo>
                  <a:pt x="5856926" y="2502505"/>
                </a:lnTo>
                <a:lnTo>
                  <a:pt x="5856926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832973" y="-1191922"/>
            <a:ext cx="2468880" cy="4114800"/>
          </a:xfrm>
          <a:custGeom>
            <a:avLst/>
            <a:gdLst/>
            <a:ahLst/>
            <a:cxnLst/>
            <a:rect r="r" b="b" t="t" l="l"/>
            <a:pathLst>
              <a:path h="4114800" w="2468880">
                <a:moveTo>
                  <a:pt x="0" y="0"/>
                </a:moveTo>
                <a:lnTo>
                  <a:pt x="2468880" y="0"/>
                </a:lnTo>
                <a:lnTo>
                  <a:pt x="246888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3503542" y="-1548090"/>
            <a:ext cx="2468880" cy="4114800"/>
          </a:xfrm>
          <a:custGeom>
            <a:avLst/>
            <a:gdLst/>
            <a:ahLst/>
            <a:cxnLst/>
            <a:rect r="r" b="b" t="t" l="l"/>
            <a:pathLst>
              <a:path h="4114800" w="2468880">
                <a:moveTo>
                  <a:pt x="2468880" y="0"/>
                </a:moveTo>
                <a:lnTo>
                  <a:pt x="0" y="0"/>
                </a:lnTo>
                <a:lnTo>
                  <a:pt x="0" y="4114800"/>
                </a:lnTo>
                <a:lnTo>
                  <a:pt x="2468880" y="4114800"/>
                </a:lnTo>
                <a:lnTo>
                  <a:pt x="246888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420118">
            <a:off x="772877" y="4601956"/>
            <a:ext cx="1564039" cy="1569747"/>
          </a:xfrm>
          <a:custGeom>
            <a:avLst/>
            <a:gdLst/>
            <a:ahLst/>
            <a:cxnLst/>
            <a:rect r="r" b="b" t="t" l="l"/>
            <a:pathLst>
              <a:path h="1569747" w="1564039">
                <a:moveTo>
                  <a:pt x="0" y="0"/>
                </a:moveTo>
                <a:lnTo>
                  <a:pt x="1564039" y="0"/>
                </a:lnTo>
                <a:lnTo>
                  <a:pt x="1564039" y="1569747"/>
                </a:lnTo>
                <a:lnTo>
                  <a:pt x="0" y="15697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4195787" y="6643016"/>
            <a:ext cx="10708537" cy="4575466"/>
          </a:xfrm>
          <a:custGeom>
            <a:avLst/>
            <a:gdLst/>
            <a:ahLst/>
            <a:cxnLst/>
            <a:rect r="r" b="b" t="t" l="l"/>
            <a:pathLst>
              <a:path h="4575466" w="10708537">
                <a:moveTo>
                  <a:pt x="0" y="0"/>
                </a:moveTo>
                <a:lnTo>
                  <a:pt x="10708537" y="0"/>
                </a:lnTo>
                <a:lnTo>
                  <a:pt x="10708537" y="4575466"/>
                </a:lnTo>
                <a:lnTo>
                  <a:pt x="0" y="45754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353557">
            <a:off x="4526951" y="7809073"/>
            <a:ext cx="7140481" cy="3050933"/>
          </a:xfrm>
          <a:custGeom>
            <a:avLst/>
            <a:gdLst/>
            <a:ahLst/>
            <a:cxnLst/>
            <a:rect r="r" b="b" t="t" l="l"/>
            <a:pathLst>
              <a:path h="3050933" w="7140481">
                <a:moveTo>
                  <a:pt x="0" y="0"/>
                </a:moveTo>
                <a:lnTo>
                  <a:pt x="7140480" y="0"/>
                </a:lnTo>
                <a:lnTo>
                  <a:pt x="7140480" y="3050933"/>
                </a:lnTo>
                <a:lnTo>
                  <a:pt x="0" y="30509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010911" y="3279227"/>
            <a:ext cx="9654755" cy="2025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280"/>
              </a:lnSpc>
            </a:pPr>
            <a:r>
              <a:rPr lang="en-US" sz="11900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Terima Kasih</a:t>
            </a:r>
          </a:p>
        </p:txBody>
      </p:sp>
    </p:spTree>
  </p:cSld>
  <p:clrMapOvr>
    <a:masterClrMapping/>
  </p:clrMapOvr>
  <p:transition spd="slow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DAGQWaXyZsg</dc:identifier>
  <dcterms:modified xsi:type="dcterms:W3CDTF">2011-08-01T06:04:30Z</dcterms:modified>
  <cp:revision>1</cp:revision>
  <dc:title>Biru Simple Kreatif Tugas Kelompok Presentasi</dc:title>
</cp:coreProperties>
</file>